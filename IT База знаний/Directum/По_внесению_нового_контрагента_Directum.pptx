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957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8703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38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688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28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425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367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36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218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693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00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47F424-430F-40DF-B27C-D3808D0C13FC}" type="datetimeFigureOut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D1D43-BD7F-4C00-BDAC-F5AA52F34CC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49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нас вышло окно «Организации» – это все наши организации которые были заведены.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нового контрагента нажимаем «Создать запись»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Красным – позиции которые обязательны к заполнению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всех заполнений нажимаем «Сохранить», но остаемся в окошке.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851" y="1643387"/>
            <a:ext cx="8038298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096000" y="3212976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6098231" y="3437384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5950266" y="4077072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/>
        </p:nvSpPr>
        <p:spPr>
          <a:xfrm>
            <a:off x="9336360" y="4113076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5960368" y="4509120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5950266" y="4293096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5950266" y="3637931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Рамка 6"/>
          <p:cNvSpPr/>
          <p:nvPr/>
        </p:nvSpPr>
        <p:spPr>
          <a:xfrm>
            <a:off x="3359696" y="1988840"/>
            <a:ext cx="648072" cy="648072"/>
          </a:xfrm>
          <a:prstGeom prst="frame">
            <a:avLst>
              <a:gd name="adj1" fmla="val 18475"/>
            </a:avLst>
          </a:prstGeom>
          <a:solidFill>
            <a:srgbClr val="FF00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8256240" y="4113076"/>
            <a:ext cx="576064" cy="7200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Рамка 16"/>
          <p:cNvSpPr/>
          <p:nvPr/>
        </p:nvSpPr>
        <p:spPr>
          <a:xfrm>
            <a:off x="5246419" y="2343820"/>
            <a:ext cx="648072" cy="648072"/>
          </a:xfrm>
          <a:prstGeom prst="frame">
            <a:avLst>
              <a:gd name="adj1" fmla="val 18475"/>
            </a:avLst>
          </a:prstGeom>
          <a:solidFill>
            <a:srgbClr val="FF0000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55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Следующий шаг – переходим на вкладку «Дополнительно» – «Свойства».</a:t>
            </a:r>
            <a:b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строке «Запись-оригинал» нажимаем многоточие, вылезет новое окно, в нем снимаем иерархию, нажимаем на любое окно в столбце наименование и пишем нашего контрагента – закрываем окно, контрагент внесен в базу, дальше заполняем все как обычно.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867" y="1541219"/>
            <a:ext cx="5888017" cy="4351338"/>
          </a:xfr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918" y="2400300"/>
            <a:ext cx="1091212" cy="31615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04508"/>
            <a:ext cx="1091212" cy="31615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75" y="3849691"/>
            <a:ext cx="3138982" cy="316154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252" y="2716454"/>
            <a:ext cx="6327561" cy="387301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261" y="2898626"/>
            <a:ext cx="1082162" cy="69366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92557"/>
            <a:ext cx="2031377" cy="69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846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106</Words>
  <Application>Microsoft Office PowerPoint</Application>
  <PresentationFormat>Широкоэкранный</PresentationFormat>
  <Paragraphs>2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У нас вышло окно «Организации» – это все наши организации которые были заведены. Для создания нового контрагента нажимаем «Создать запись» Красным – позиции которые обязательны к заполнению. После всех заполнений нажимаем «Сохранить», но остаемся в окошке.</vt:lpstr>
      <vt:lpstr> Следующий шаг – переходим на вкладку «Дополнительно» – «Свойства». В строке «Запись-оригинал» нажимаем многоточие, вылезет новое окно, в нем снимаем иерархию, нажимаем на любое окно в столбце наименование и пишем нашего контрагента – закрываем окно, контрагент внесен в базу, дальше заполняем все как обычно.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 нас вышло окно «Организации» – это все наши организации которые были заведены. Для создания нового контрагента нажимаем «Создать запись» Красным – позиции которые обязательны к заполнению. После всех заполнений нажимаем «Сохранить», но остаемся в окошке.</dc:title>
  <dc:creator>Трофимова Раиса Алексеевна</dc:creator>
  <cp:lastModifiedBy>Трофимова Раиса Алексеевна</cp:lastModifiedBy>
  <cp:revision>2</cp:revision>
  <dcterms:created xsi:type="dcterms:W3CDTF">2023-12-14T13:01:37Z</dcterms:created>
  <dcterms:modified xsi:type="dcterms:W3CDTF">2023-12-14T13:17:38Z</dcterms:modified>
</cp:coreProperties>
</file>